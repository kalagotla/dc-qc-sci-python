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sldIdLst>
    <p:sldId id="256" r:id="rId5"/>
    <p:sldId id="268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59" r:id="rId14"/>
    <p:sldId id="27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888"/>
    <a:srgbClr val="DFD1A7"/>
    <a:srgbClr val="782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7B580-DC47-4860-BCAF-FFCC3FA7A62A}" v="23" dt="2026-02-06T17:05:01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94"/>
  </p:normalViewPr>
  <p:slideViewPr>
    <p:cSldViewPr snapToGrid="0">
      <p:cViewPr>
        <p:scale>
          <a:sx n="148" d="100"/>
          <a:sy n="148" d="100"/>
        </p:scale>
        <p:origin x="7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ip Kalagotla" userId="3f1c6f6d-f573-4dba-a54c-761eae2e9fd6" providerId="ADAL" clId="{EE53338D-4CD0-4243-83C6-325B0B9B0588}"/>
    <pc:docChg chg="undo custSel addSld delSld modSld">
      <pc:chgData name="Dilip Kalagotla" userId="3f1c6f6d-f573-4dba-a54c-761eae2e9fd6" providerId="ADAL" clId="{EE53338D-4CD0-4243-83C6-325B0B9B0588}" dt="2026-02-06T17:05:27.982" v="936" actId="1076"/>
      <pc:docMkLst>
        <pc:docMk/>
      </pc:docMkLst>
      <pc:sldChg chg="addSp modSp mod modClrScheme chgLayout">
        <pc:chgData name="Dilip Kalagotla" userId="3f1c6f6d-f573-4dba-a54c-761eae2e9fd6" providerId="ADAL" clId="{EE53338D-4CD0-4243-83C6-325B0B9B0588}" dt="2026-02-06T17:05:27.982" v="936" actId="1076"/>
        <pc:sldMkLst>
          <pc:docMk/>
          <pc:sldMk cId="2327247677" sldId="256"/>
        </pc:sldMkLst>
        <pc:spChg chg="mod">
          <ac:chgData name="Dilip Kalagotla" userId="3f1c6f6d-f573-4dba-a54c-761eae2e9fd6" providerId="ADAL" clId="{EE53338D-4CD0-4243-83C6-325B0B9B0588}" dt="2026-02-06T15:35:05.130" v="874" actId="20577"/>
          <ac:spMkLst>
            <pc:docMk/>
            <pc:sldMk cId="2327247677" sldId="256"/>
            <ac:spMk id="2" creationId="{7F2244A8-B166-3E1D-047A-6DC9A6F4853E}"/>
          </ac:spMkLst>
        </pc:spChg>
        <pc:spChg chg="mod ord">
          <ac:chgData name="Dilip Kalagotla" userId="3f1c6f6d-f573-4dba-a54c-761eae2e9fd6" providerId="ADAL" clId="{EE53338D-4CD0-4243-83C6-325B0B9B0588}" dt="2026-02-05T17:23:03.271" v="599" actId="255"/>
          <ac:spMkLst>
            <pc:docMk/>
            <pc:sldMk cId="2327247677" sldId="256"/>
            <ac:spMk id="3" creationId="{C80A2C13-8566-34BA-536E-E345CDB5171C}"/>
          </ac:spMkLst>
        </pc:spChg>
        <pc:spChg chg="add mod">
          <ac:chgData name="Dilip Kalagotla" userId="3f1c6f6d-f573-4dba-a54c-761eae2e9fd6" providerId="ADAL" clId="{EE53338D-4CD0-4243-83C6-325B0B9B0588}" dt="2026-02-06T17:05:27.982" v="936" actId="1076"/>
          <ac:spMkLst>
            <pc:docMk/>
            <pc:sldMk cId="2327247677" sldId="256"/>
            <ac:spMk id="4" creationId="{FFC920C5-0DBF-9C33-B4A4-7A72834873DE}"/>
          </ac:spMkLst>
        </pc:spChg>
        <pc:picChg chg="add mod">
          <ac:chgData name="Dilip Kalagotla" userId="3f1c6f6d-f573-4dba-a54c-761eae2e9fd6" providerId="ADAL" clId="{EE53338D-4CD0-4243-83C6-325B0B9B0588}" dt="2026-02-05T16:28:49.812" v="566" actId="26606"/>
          <ac:picMkLst>
            <pc:docMk/>
            <pc:sldMk cId="2327247677" sldId="256"/>
            <ac:picMk id="1026" creationId="{42D74676-4373-60A8-F929-C0708998F33A}"/>
          </ac:picMkLst>
        </pc:picChg>
      </pc:sldChg>
      <pc:sldChg chg="modSp mod">
        <pc:chgData name="Dilip Kalagotla" userId="3f1c6f6d-f573-4dba-a54c-761eae2e9fd6" providerId="ADAL" clId="{EE53338D-4CD0-4243-83C6-325B0B9B0588}" dt="2026-02-06T15:34:22.549" v="870" actId="313"/>
        <pc:sldMkLst>
          <pc:docMk/>
          <pc:sldMk cId="1988245256" sldId="259"/>
        </pc:sldMkLst>
        <pc:spChg chg="mod">
          <ac:chgData name="Dilip Kalagotla" userId="3f1c6f6d-f573-4dba-a54c-761eae2e9fd6" providerId="ADAL" clId="{EE53338D-4CD0-4243-83C6-325B0B9B0588}" dt="2026-02-04T16:17:55.925" v="75" actId="20577"/>
          <ac:spMkLst>
            <pc:docMk/>
            <pc:sldMk cId="1988245256" sldId="259"/>
            <ac:spMk id="2" creationId="{7A33C601-BE0A-FA41-B149-5C0FD02C892D}"/>
          </ac:spMkLst>
        </pc:spChg>
        <pc:spChg chg="mod">
          <ac:chgData name="Dilip Kalagotla" userId="3f1c6f6d-f573-4dba-a54c-761eae2e9fd6" providerId="ADAL" clId="{EE53338D-4CD0-4243-83C6-325B0B9B0588}" dt="2026-02-06T15:34:22.549" v="870" actId="313"/>
          <ac:spMkLst>
            <pc:docMk/>
            <pc:sldMk cId="1988245256" sldId="259"/>
            <ac:spMk id="3" creationId="{BC790409-97ED-784D-BAF9-49EEFD2D3862}"/>
          </ac:spMkLst>
        </pc:spChg>
        <pc:picChg chg="mod">
          <ac:chgData name="Dilip Kalagotla" userId="3f1c6f6d-f573-4dba-a54c-761eae2e9fd6" providerId="ADAL" clId="{EE53338D-4CD0-4243-83C6-325B0B9B0588}" dt="2026-02-04T16:19:19.889" v="275" actId="1076"/>
          <ac:picMkLst>
            <pc:docMk/>
            <pc:sldMk cId="1988245256" sldId="259"/>
            <ac:picMk id="1026" creationId="{F41DDF36-F0E9-064A-BA95-DBFCCDBC9358}"/>
          </ac:picMkLst>
        </pc:picChg>
      </pc:sldChg>
      <pc:sldChg chg="modSp mod">
        <pc:chgData name="Dilip Kalagotla" userId="3f1c6f6d-f573-4dba-a54c-761eae2e9fd6" providerId="ADAL" clId="{EE53338D-4CD0-4243-83C6-325B0B9B0588}" dt="2026-02-05T14:56:33.875" v="353" actId="113"/>
        <pc:sldMkLst>
          <pc:docMk/>
          <pc:sldMk cId="4235064811" sldId="262"/>
        </pc:sldMkLst>
        <pc:spChg chg="mod">
          <ac:chgData name="Dilip Kalagotla" userId="3f1c6f6d-f573-4dba-a54c-761eae2e9fd6" providerId="ADAL" clId="{EE53338D-4CD0-4243-83C6-325B0B9B0588}" dt="2026-02-05T14:56:33.875" v="353" actId="113"/>
          <ac:spMkLst>
            <pc:docMk/>
            <pc:sldMk cId="4235064811" sldId="262"/>
            <ac:spMk id="3" creationId="{D4DC74B4-BC81-164F-92AA-D2105CAEDB0B}"/>
          </ac:spMkLst>
        </pc:spChg>
      </pc:sldChg>
      <pc:sldChg chg="modSp mod">
        <pc:chgData name="Dilip Kalagotla" userId="3f1c6f6d-f573-4dba-a54c-761eae2e9fd6" providerId="ADAL" clId="{EE53338D-4CD0-4243-83C6-325B0B9B0588}" dt="2026-02-06T13:29:39.485" v="815" actId="20577"/>
        <pc:sldMkLst>
          <pc:docMk/>
          <pc:sldMk cId="1798719361" sldId="263"/>
        </pc:sldMkLst>
        <pc:spChg chg="mod">
          <ac:chgData name="Dilip Kalagotla" userId="3f1c6f6d-f573-4dba-a54c-761eae2e9fd6" providerId="ADAL" clId="{EE53338D-4CD0-4243-83C6-325B0B9B0588}" dt="2026-02-06T13:29:39.485" v="815" actId="20577"/>
          <ac:spMkLst>
            <pc:docMk/>
            <pc:sldMk cId="1798719361" sldId="263"/>
            <ac:spMk id="2" creationId="{965EA81D-9A05-F644-9565-B4CBD900C620}"/>
          </ac:spMkLst>
        </pc:spChg>
        <pc:spChg chg="mod">
          <ac:chgData name="Dilip Kalagotla" userId="3f1c6f6d-f573-4dba-a54c-761eae2e9fd6" providerId="ADAL" clId="{EE53338D-4CD0-4243-83C6-325B0B9B0588}" dt="2026-02-05T14:56:17.545" v="350" actId="20577"/>
          <ac:spMkLst>
            <pc:docMk/>
            <pc:sldMk cId="1798719361" sldId="263"/>
            <ac:spMk id="3" creationId="{52F4C783-BE62-F240-BB7C-DDB7E90F5D41}"/>
          </ac:spMkLst>
        </pc:spChg>
        <pc:picChg chg="mod">
          <ac:chgData name="Dilip Kalagotla" userId="3f1c6f6d-f573-4dba-a54c-761eae2e9fd6" providerId="ADAL" clId="{EE53338D-4CD0-4243-83C6-325B0B9B0588}" dt="2026-02-04T16:17:08.012" v="50" actId="1076"/>
          <ac:picMkLst>
            <pc:docMk/>
            <pc:sldMk cId="1798719361" sldId="263"/>
            <ac:picMk id="3074" creationId="{68FFD179-EA83-5E4D-A934-0B9F095BD64D}"/>
          </ac:picMkLst>
        </pc:picChg>
      </pc:sldChg>
      <pc:sldChg chg="modSp mod">
        <pc:chgData name="Dilip Kalagotla" userId="3f1c6f6d-f573-4dba-a54c-761eae2e9fd6" providerId="ADAL" clId="{EE53338D-4CD0-4243-83C6-325B0B9B0588}" dt="2026-02-05T14:57:18.924" v="366" actId="20577"/>
        <pc:sldMkLst>
          <pc:docMk/>
          <pc:sldMk cId="1837141475" sldId="264"/>
        </pc:sldMkLst>
        <pc:spChg chg="mod">
          <ac:chgData name="Dilip Kalagotla" userId="3f1c6f6d-f573-4dba-a54c-761eae2e9fd6" providerId="ADAL" clId="{EE53338D-4CD0-4243-83C6-325B0B9B0588}" dt="2026-02-05T14:57:18.924" v="366" actId="20577"/>
          <ac:spMkLst>
            <pc:docMk/>
            <pc:sldMk cId="1837141475" sldId="264"/>
            <ac:spMk id="3" creationId="{3D8F033C-0F1D-6E48-8FAD-67FCC6E91441}"/>
          </ac:spMkLst>
        </pc:spChg>
        <pc:picChg chg="mod">
          <ac:chgData name="Dilip Kalagotla" userId="3f1c6f6d-f573-4dba-a54c-761eae2e9fd6" providerId="ADAL" clId="{EE53338D-4CD0-4243-83C6-325B0B9B0588}" dt="2026-02-04T16:17:12.236" v="51" actId="1076"/>
          <ac:picMkLst>
            <pc:docMk/>
            <pc:sldMk cId="1837141475" sldId="264"/>
            <ac:picMk id="7" creationId="{7714E276-457C-154D-B3C0-3D9EE99F1E6C}"/>
          </ac:picMkLst>
        </pc:picChg>
      </pc:sldChg>
      <pc:sldChg chg="modSp mod">
        <pc:chgData name="Dilip Kalagotla" userId="3f1c6f6d-f573-4dba-a54c-761eae2e9fd6" providerId="ADAL" clId="{EE53338D-4CD0-4243-83C6-325B0B9B0588}" dt="2026-02-05T14:58:27.385" v="385" actId="20577"/>
        <pc:sldMkLst>
          <pc:docMk/>
          <pc:sldMk cId="734269686" sldId="265"/>
        </pc:sldMkLst>
        <pc:spChg chg="mod">
          <ac:chgData name="Dilip Kalagotla" userId="3f1c6f6d-f573-4dba-a54c-761eae2e9fd6" providerId="ADAL" clId="{EE53338D-4CD0-4243-83C6-325B0B9B0588}" dt="2026-02-05T14:58:27.385" v="385" actId="20577"/>
          <ac:spMkLst>
            <pc:docMk/>
            <pc:sldMk cId="734269686" sldId="265"/>
            <ac:spMk id="3" creationId="{356BEFB1-7E64-E244-B1A7-C6516E81FE78}"/>
          </ac:spMkLst>
        </pc:spChg>
        <pc:picChg chg="mod">
          <ac:chgData name="Dilip Kalagotla" userId="3f1c6f6d-f573-4dba-a54c-761eae2e9fd6" providerId="ADAL" clId="{EE53338D-4CD0-4243-83C6-325B0B9B0588}" dt="2026-02-04T16:17:23.327" v="53" actId="1076"/>
          <ac:picMkLst>
            <pc:docMk/>
            <pc:sldMk cId="734269686" sldId="265"/>
            <ac:picMk id="5122" creationId="{8FE574E1-A39C-0940-97DA-20B718F3989B}"/>
          </ac:picMkLst>
        </pc:picChg>
      </pc:sldChg>
      <pc:sldChg chg="modSp mod">
        <pc:chgData name="Dilip Kalagotla" userId="3f1c6f6d-f573-4dba-a54c-761eae2e9fd6" providerId="ADAL" clId="{EE53338D-4CD0-4243-83C6-325B0B9B0588}" dt="2026-02-05T14:58:59.258" v="444" actId="20577"/>
        <pc:sldMkLst>
          <pc:docMk/>
          <pc:sldMk cId="40464434" sldId="266"/>
        </pc:sldMkLst>
        <pc:spChg chg="mod">
          <ac:chgData name="Dilip Kalagotla" userId="3f1c6f6d-f573-4dba-a54c-761eae2e9fd6" providerId="ADAL" clId="{EE53338D-4CD0-4243-83C6-325B0B9B0588}" dt="2026-02-05T14:58:59.258" v="444" actId="20577"/>
          <ac:spMkLst>
            <pc:docMk/>
            <pc:sldMk cId="40464434" sldId="266"/>
            <ac:spMk id="3" creationId="{02B39515-1689-FD4E-AD8E-6B2F41BBC696}"/>
          </ac:spMkLst>
        </pc:spChg>
        <pc:picChg chg="mod">
          <ac:chgData name="Dilip Kalagotla" userId="3f1c6f6d-f573-4dba-a54c-761eae2e9fd6" providerId="ADAL" clId="{EE53338D-4CD0-4243-83C6-325B0B9B0588}" dt="2026-02-04T16:17:28.281" v="54" actId="1076"/>
          <ac:picMkLst>
            <pc:docMk/>
            <pc:sldMk cId="40464434" sldId="266"/>
            <ac:picMk id="6146" creationId="{2909E0FF-8F7F-AA40-8B09-6E8C7A82732B}"/>
          </ac:picMkLst>
        </pc:picChg>
      </pc:sldChg>
      <pc:sldChg chg="modSp">
        <pc:chgData name="Dilip Kalagotla" userId="3f1c6f6d-f573-4dba-a54c-761eae2e9fd6" providerId="ADAL" clId="{EE53338D-4CD0-4243-83C6-325B0B9B0588}" dt="2026-02-04T16:17:31.688" v="55" actId="1076"/>
        <pc:sldMkLst>
          <pc:docMk/>
          <pc:sldMk cId="3855938629" sldId="267"/>
        </pc:sldMkLst>
        <pc:picChg chg="mod">
          <ac:chgData name="Dilip Kalagotla" userId="3f1c6f6d-f573-4dba-a54c-761eae2e9fd6" providerId="ADAL" clId="{EE53338D-4CD0-4243-83C6-325B0B9B0588}" dt="2026-02-04T16:17:31.688" v="55" actId="1076"/>
          <ac:picMkLst>
            <pc:docMk/>
            <pc:sldMk cId="3855938629" sldId="267"/>
            <ac:picMk id="7170" creationId="{64DA2EAE-BC62-5143-A930-A0815454822D}"/>
          </ac:picMkLst>
        </pc:picChg>
      </pc:sldChg>
      <pc:sldChg chg="modSp mod">
        <pc:chgData name="Dilip Kalagotla" userId="3f1c6f6d-f573-4dba-a54c-761eae2e9fd6" providerId="ADAL" clId="{EE53338D-4CD0-4243-83C6-325B0B9B0588}" dt="2026-02-04T16:16:22.839" v="49" actId="20577"/>
        <pc:sldMkLst>
          <pc:docMk/>
          <pc:sldMk cId="637688551" sldId="268"/>
        </pc:sldMkLst>
        <pc:spChg chg="mod">
          <ac:chgData name="Dilip Kalagotla" userId="3f1c6f6d-f573-4dba-a54c-761eae2e9fd6" providerId="ADAL" clId="{EE53338D-4CD0-4243-83C6-325B0B9B0588}" dt="2026-02-04T16:16:22.839" v="49" actId="20577"/>
          <ac:spMkLst>
            <pc:docMk/>
            <pc:sldMk cId="637688551" sldId="268"/>
            <ac:spMk id="3" creationId="{371C964D-C867-1D4E-8B20-0DFB75B1EDB2}"/>
          </ac:spMkLst>
        </pc:spChg>
      </pc:sldChg>
      <pc:sldChg chg="modSp new del mod">
        <pc:chgData name="Dilip Kalagotla" userId="3f1c6f6d-f573-4dba-a54c-761eae2e9fd6" providerId="ADAL" clId="{EE53338D-4CD0-4243-83C6-325B0B9B0588}" dt="2026-02-06T12:25:11.544" v="603" actId="47"/>
        <pc:sldMkLst>
          <pc:docMk/>
          <pc:sldMk cId="3855521762" sldId="269"/>
        </pc:sldMkLst>
        <pc:spChg chg="mod">
          <ac:chgData name="Dilip Kalagotla" userId="3f1c6f6d-f573-4dba-a54c-761eae2e9fd6" providerId="ADAL" clId="{EE53338D-4CD0-4243-83C6-325B0B9B0588}" dt="2026-02-06T12:25:08.733" v="602" actId="27636"/>
          <ac:spMkLst>
            <pc:docMk/>
            <pc:sldMk cId="3855521762" sldId="269"/>
            <ac:spMk id="2" creationId="{104E41AE-8373-9519-8AD1-4429DC087AAE}"/>
          </ac:spMkLst>
        </pc:spChg>
      </pc:sldChg>
      <pc:sldChg chg="addSp delSp modSp add mod">
        <pc:chgData name="Dilip Kalagotla" userId="3f1c6f6d-f573-4dba-a54c-761eae2e9fd6" providerId="ADAL" clId="{EE53338D-4CD0-4243-83C6-325B0B9B0588}" dt="2026-02-06T15:33:00.221" v="869" actId="113"/>
        <pc:sldMkLst>
          <pc:docMk/>
          <pc:sldMk cId="681473869" sldId="270"/>
        </pc:sldMkLst>
        <pc:spChg chg="del mod">
          <ac:chgData name="Dilip Kalagotla" userId="3f1c6f6d-f573-4dba-a54c-761eae2e9fd6" providerId="ADAL" clId="{EE53338D-4CD0-4243-83C6-325B0B9B0588}" dt="2026-02-06T15:25:08.999" v="816" actId="21"/>
          <ac:spMkLst>
            <pc:docMk/>
            <pc:sldMk cId="681473869" sldId="270"/>
            <ac:spMk id="2" creationId="{4B74246B-0529-DF6C-C46B-EFA169D681B4}"/>
          </ac:spMkLst>
        </pc:spChg>
        <pc:spChg chg="mod">
          <ac:chgData name="Dilip Kalagotla" userId="3f1c6f6d-f573-4dba-a54c-761eae2e9fd6" providerId="ADAL" clId="{EE53338D-4CD0-4243-83C6-325B0B9B0588}" dt="2026-02-06T15:32:33.749" v="868" actId="14100"/>
          <ac:spMkLst>
            <pc:docMk/>
            <pc:sldMk cId="681473869" sldId="270"/>
            <ac:spMk id="3" creationId="{6DF1D19D-DCD0-44F7-668D-A4734F9D90EE}"/>
          </ac:spMkLst>
        </pc:spChg>
        <pc:spChg chg="add mod">
          <ac:chgData name="Dilip Kalagotla" userId="3f1c6f6d-f573-4dba-a54c-761eae2e9fd6" providerId="ADAL" clId="{EE53338D-4CD0-4243-83C6-325B0B9B0588}" dt="2026-02-06T15:32:13.622" v="855" actId="14100"/>
          <ac:spMkLst>
            <pc:docMk/>
            <pc:sldMk cId="681473869" sldId="270"/>
            <ac:spMk id="4" creationId="{151DFB48-F37D-3CB0-0B10-42128E4208B7}"/>
          </ac:spMkLst>
        </pc:spChg>
        <pc:spChg chg="add mod">
          <ac:chgData name="Dilip Kalagotla" userId="3f1c6f6d-f573-4dba-a54c-761eae2e9fd6" providerId="ADAL" clId="{EE53338D-4CD0-4243-83C6-325B0B9B0588}" dt="2026-02-06T15:32:23.509" v="867" actId="27636"/>
          <ac:spMkLst>
            <pc:docMk/>
            <pc:sldMk cId="681473869" sldId="270"/>
            <ac:spMk id="6" creationId="{6A68427F-6795-495C-42D5-BF08BD8B4504}"/>
          </ac:spMkLst>
        </pc:spChg>
        <pc:spChg chg="add mod">
          <ac:chgData name="Dilip Kalagotla" userId="3f1c6f6d-f573-4dba-a54c-761eae2e9fd6" providerId="ADAL" clId="{EE53338D-4CD0-4243-83C6-325B0B9B0588}" dt="2026-02-06T15:33:00.221" v="869" actId="113"/>
          <ac:spMkLst>
            <pc:docMk/>
            <pc:sldMk cId="681473869" sldId="270"/>
            <ac:spMk id="8" creationId="{EEC47408-E14E-AA3A-715F-563E3A530DD6}"/>
          </ac:spMkLst>
        </pc:spChg>
        <pc:picChg chg="mod">
          <ac:chgData name="Dilip Kalagotla" userId="3f1c6f6d-f573-4dba-a54c-761eae2e9fd6" providerId="ADAL" clId="{EE53338D-4CD0-4243-83C6-325B0B9B0588}" dt="2026-02-06T12:52:39.541" v="769" actId="1076"/>
          <ac:picMkLst>
            <pc:docMk/>
            <pc:sldMk cId="681473869" sldId="270"/>
            <ac:picMk id="5" creationId="{AC8E7DE8-A809-45D3-93BA-4F35825AFE6D}"/>
          </ac:picMkLst>
        </pc:picChg>
      </pc:sldChg>
      <pc:sldChg chg="new del">
        <pc:chgData name="Dilip Kalagotla" userId="3f1c6f6d-f573-4dba-a54c-761eae2e9fd6" providerId="ADAL" clId="{EE53338D-4CD0-4243-83C6-325B0B9B0588}" dt="2026-02-06T12:37:14.134" v="622" actId="47"/>
        <pc:sldMkLst>
          <pc:docMk/>
          <pc:sldMk cId="1611455117" sldId="271"/>
        </pc:sldMkLst>
      </pc:sldChg>
      <pc:sldChg chg="new del">
        <pc:chgData name="Dilip Kalagotla" userId="3f1c6f6d-f573-4dba-a54c-761eae2e9fd6" providerId="ADAL" clId="{EE53338D-4CD0-4243-83C6-325B0B9B0588}" dt="2026-02-06T12:37:20.344" v="624" actId="47"/>
        <pc:sldMkLst>
          <pc:docMk/>
          <pc:sldMk cId="933925292" sldId="272"/>
        </pc:sldMkLst>
      </pc:sldChg>
      <pc:sldChg chg="addSp delSp modSp new mod">
        <pc:chgData name="Dilip Kalagotla" userId="3f1c6f6d-f573-4dba-a54c-761eae2e9fd6" providerId="ADAL" clId="{EE53338D-4CD0-4243-83C6-325B0B9B0588}" dt="2026-02-06T15:35:50.790" v="879" actId="20577"/>
        <pc:sldMkLst>
          <pc:docMk/>
          <pc:sldMk cId="2427306304" sldId="273"/>
        </pc:sldMkLst>
        <pc:spChg chg="del mod">
          <ac:chgData name="Dilip Kalagotla" userId="3f1c6f6d-f573-4dba-a54c-761eae2e9fd6" providerId="ADAL" clId="{EE53338D-4CD0-4243-83C6-325B0B9B0588}" dt="2026-02-06T12:46:01.346" v="755" actId="478"/>
          <ac:spMkLst>
            <pc:docMk/>
            <pc:sldMk cId="2427306304" sldId="273"/>
            <ac:spMk id="2" creationId="{FDAF16D5-842B-965C-D25B-83D291608FB5}"/>
          </ac:spMkLst>
        </pc:spChg>
        <pc:spChg chg="del mod">
          <ac:chgData name="Dilip Kalagotla" userId="3f1c6f6d-f573-4dba-a54c-761eae2e9fd6" providerId="ADAL" clId="{EE53338D-4CD0-4243-83C6-325B0B9B0588}" dt="2026-02-06T12:43:47.454" v="661" actId="478"/>
          <ac:spMkLst>
            <pc:docMk/>
            <pc:sldMk cId="2427306304" sldId="273"/>
            <ac:spMk id="3" creationId="{CBB6C401-89C5-9A8C-5B8F-4F1DD78B5E7E}"/>
          </ac:spMkLst>
        </pc:spChg>
        <pc:spChg chg="add">
          <ac:chgData name="Dilip Kalagotla" userId="3f1c6f6d-f573-4dba-a54c-761eae2e9fd6" providerId="ADAL" clId="{EE53338D-4CD0-4243-83C6-325B0B9B0588}" dt="2026-02-06T12:41:17.903" v="647"/>
          <ac:spMkLst>
            <pc:docMk/>
            <pc:sldMk cId="2427306304" sldId="273"/>
            <ac:spMk id="4" creationId="{E75DFD74-725A-F77F-40DD-9A3AE6D016B9}"/>
          </ac:spMkLst>
        </pc:spChg>
        <pc:spChg chg="add mod">
          <ac:chgData name="Dilip Kalagotla" userId="3f1c6f6d-f573-4dba-a54c-761eae2e9fd6" providerId="ADAL" clId="{EE53338D-4CD0-4243-83C6-325B0B9B0588}" dt="2026-02-06T15:35:50.790" v="879" actId="20577"/>
          <ac:spMkLst>
            <pc:docMk/>
            <pc:sldMk cId="2427306304" sldId="273"/>
            <ac:spMk id="7" creationId="{16E76937-06B9-EFB2-8DF4-0B943E13AF3B}"/>
          </ac:spMkLst>
        </pc:spChg>
        <pc:spChg chg="add del mod">
          <ac:chgData name="Dilip Kalagotla" userId="3f1c6f6d-f573-4dba-a54c-761eae2e9fd6" providerId="ADAL" clId="{EE53338D-4CD0-4243-83C6-325B0B9B0588}" dt="2026-02-06T12:46:03.096" v="757" actId="478"/>
          <ac:spMkLst>
            <pc:docMk/>
            <pc:sldMk cId="2427306304" sldId="273"/>
            <ac:spMk id="11" creationId="{7590FF65-C9B2-578B-7D9C-5DCE7DC6F93F}"/>
          </ac:spMkLst>
        </pc:spChg>
        <pc:picChg chg="add del mod">
          <ac:chgData name="Dilip Kalagotla" userId="3f1c6f6d-f573-4dba-a54c-761eae2e9fd6" providerId="ADAL" clId="{EE53338D-4CD0-4243-83C6-325B0B9B0588}" dt="2026-02-06T12:42:37.309" v="658" actId="478"/>
          <ac:picMkLst>
            <pc:docMk/>
            <pc:sldMk cId="2427306304" sldId="273"/>
            <ac:picMk id="6" creationId="{2ACC70C6-991F-C68C-1613-FB91D1CE4E26}"/>
          </ac:picMkLst>
        </pc:picChg>
        <pc:picChg chg="add mod">
          <ac:chgData name="Dilip Kalagotla" userId="3f1c6f6d-f573-4dba-a54c-761eae2e9fd6" providerId="ADAL" clId="{EE53338D-4CD0-4243-83C6-325B0B9B0588}" dt="2026-02-06T12:46:05.428" v="758" actId="1076"/>
          <ac:picMkLst>
            <pc:docMk/>
            <pc:sldMk cId="2427306304" sldId="273"/>
            <ac:picMk id="9" creationId="{8282036D-79D2-E2C5-8678-389FA9577E0B}"/>
          </ac:picMkLst>
        </pc:picChg>
        <pc:picChg chg="add del mod">
          <ac:chgData name="Dilip Kalagotla" userId="3f1c6f6d-f573-4dba-a54c-761eae2e9fd6" providerId="ADAL" clId="{EE53338D-4CD0-4243-83C6-325B0B9B0588}" dt="2026-02-06T12:39:38.349" v="646" actId="478"/>
          <ac:picMkLst>
            <pc:docMk/>
            <pc:sldMk cId="2427306304" sldId="273"/>
            <ac:picMk id="2050" creationId="{54DFF5D7-7137-3339-C4AD-EEC584D34D02}"/>
          </ac:picMkLst>
        </pc:picChg>
      </pc:sldChg>
      <pc:sldChg chg="modSp new mod">
        <pc:chgData name="Dilip Kalagotla" userId="3f1c6f6d-f573-4dba-a54c-761eae2e9fd6" providerId="ADAL" clId="{EE53338D-4CD0-4243-83C6-325B0B9B0588}" dt="2026-02-06T15:26:41.630" v="836" actId="20577"/>
        <pc:sldMkLst>
          <pc:docMk/>
          <pc:sldMk cId="1514145970" sldId="274"/>
        </pc:sldMkLst>
        <pc:spChg chg="mod">
          <ac:chgData name="Dilip Kalagotla" userId="3f1c6f6d-f573-4dba-a54c-761eae2e9fd6" providerId="ADAL" clId="{EE53338D-4CD0-4243-83C6-325B0B9B0588}" dt="2026-02-06T15:26:41.630" v="836" actId="20577"/>
          <ac:spMkLst>
            <pc:docMk/>
            <pc:sldMk cId="1514145970" sldId="274"/>
            <ac:spMk id="2" creationId="{852DC133-06C0-1E2B-783A-14F1D3DA2AEC}"/>
          </ac:spMkLst>
        </pc:spChg>
      </pc:sldChg>
      <pc:sldChg chg="new del">
        <pc:chgData name="Dilip Kalagotla" userId="3f1c6f6d-f573-4dba-a54c-761eae2e9fd6" providerId="ADAL" clId="{EE53338D-4CD0-4243-83C6-325B0B9B0588}" dt="2026-02-06T15:26:31.749" v="825" actId="47"/>
        <pc:sldMkLst>
          <pc:docMk/>
          <pc:sldMk cId="1802153913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7243-2BE0-4B31-2990-E840893E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144539" cy="238760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782F40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0006E-EAFB-740D-74AB-3CFF0515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144539" cy="1655762"/>
          </a:xfrm>
        </p:spPr>
        <p:txBody>
          <a:bodyPr/>
          <a:lstStyle>
            <a:lvl1pPr marL="0" indent="0" algn="l">
              <a:buNone/>
              <a:defRPr sz="2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0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78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952311-54DE-DA11-55F3-0B0AA32DD4F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FBB4F95-4A4E-5C07-637C-6EBC5E19FA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7735983" y="4182269"/>
            <a:ext cx="4766012" cy="2849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67243-2BE0-4B31-2990-E840893E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144539" cy="2387600"/>
          </a:xfrm>
        </p:spPr>
        <p:txBody>
          <a:bodyPr anchor="b">
            <a:normAutofit/>
          </a:bodyPr>
          <a:lstStyle>
            <a:lvl1pPr algn="l">
              <a:defRPr sz="4000" b="1" i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0006E-EAFB-740D-74AB-3CFF0515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144539" cy="1655762"/>
          </a:xfrm>
        </p:spPr>
        <p:txBody>
          <a:bodyPr/>
          <a:lstStyle>
            <a:lvl1pPr marL="0" indent="0" algn="l">
              <a:buNone/>
              <a:defRPr sz="2400" b="1">
                <a:solidFill>
                  <a:srgbClr val="CEB88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78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gradFill flip="none" rotWithShape="1">
          <a:gsLst>
            <a:gs pos="0">
              <a:schemeClr val="bg1"/>
            </a:gs>
            <a:gs pos="91000">
              <a:srgbClr val="DFD1A7"/>
            </a:gs>
            <a:gs pos="100000">
              <a:srgbClr val="CEB888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C1C242-EE75-C1A7-2662-F8A51C5A0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1000">
                <a:srgbClr val="DFD1A7"/>
              </a:gs>
              <a:gs pos="100000">
                <a:srgbClr val="CEB88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13B2CA8-94B1-52AA-2659-9B38BED93F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7735983" y="4182269"/>
            <a:ext cx="4766012" cy="2849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267243-2BE0-4B31-2990-E840893E8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144539" cy="2387600"/>
          </a:xfrm>
        </p:spPr>
        <p:txBody>
          <a:bodyPr anchor="b">
            <a:normAutofit/>
          </a:bodyPr>
          <a:lstStyle>
            <a:lvl1pPr algn="l">
              <a:defRPr sz="4000" b="1" i="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0006E-EAFB-740D-74AB-3CFF05159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602038"/>
            <a:ext cx="10144539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782F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9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8010D-FA92-2931-2286-564FB485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852B-4F5B-0F0F-65CA-EB8D229E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37D4E52-1986-2E2A-7665-F6DE4EB844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567302-78A6-1ACF-C3DA-588E6F92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DC7ABFE-9C79-BE9C-7443-22AA1E8C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8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7B925-0482-95B3-C31D-F00D0B35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28" y="1709738"/>
            <a:ext cx="9866522" cy="2852737"/>
          </a:xfrm>
        </p:spPr>
        <p:txBody>
          <a:bodyPr anchor="b">
            <a:normAutofit/>
          </a:bodyPr>
          <a:lstStyle>
            <a:lvl1pPr>
              <a:defRPr sz="2800"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A0817-AF82-C20D-3857-AAFC1D2E5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0928" y="4589463"/>
            <a:ext cx="986652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9369-E4C5-A440-5DCA-0D99B178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545A0-1622-3045-1A4E-FD4E17E6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8D50B-01A6-341A-56FD-3E7B1319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85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1B26-4877-8313-13A2-D3AE4D9B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063D3-9615-0593-184D-B3812AA7B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0928" y="1143000"/>
            <a:ext cx="4538872" cy="503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B65D7-15FE-BCB1-DEF6-4D33F3A23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14928" y="1143000"/>
            <a:ext cx="4538872" cy="503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882D104-2A95-5924-433D-E8E57529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9C5F295-886B-81C8-404F-25E83901B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5B26BED-E373-EC5F-B5B5-80B9838C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36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A33C1-282B-0618-8937-F930317E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28" y="365125"/>
            <a:ext cx="9874460" cy="498475"/>
          </a:xfrm>
        </p:spPr>
        <p:txBody>
          <a:bodyPr/>
          <a:lstStyle>
            <a:lvl1pPr>
              <a:defRPr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7A994-7C74-5EDE-55F7-F8E593E9B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0928" y="1071563"/>
            <a:ext cx="451664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A84AE-408E-F1DA-A6CD-07BB5C91C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0928" y="1895474"/>
            <a:ext cx="4516647" cy="4137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E475C-A52D-9B4F-6E81-1F617D9C9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6496" y="1071563"/>
            <a:ext cx="45388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50E86-0F53-996C-BD38-0A61D2A97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16496" y="1895474"/>
            <a:ext cx="4538891" cy="4137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1A338A9-2379-8EBF-C610-5BDD5FAB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C62A026-170B-EFCB-F771-08006265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9BBC265-2538-E212-9851-B7519887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99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AFAC-8754-E46E-707F-D89DC1FF5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D2E9603-C7E1-B29A-ED52-29CAD008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B8AA87-51B4-7126-2963-A25D193DF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410627-909B-D8A0-B200-CB9705ED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15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782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02ACDF-3069-BE04-038D-4E8293500522}"/>
              </a:ext>
            </a:extLst>
          </p:cNvPr>
          <p:cNvSpPr/>
          <p:nvPr/>
        </p:nvSpPr>
        <p:spPr>
          <a:xfrm>
            <a:off x="0" y="5990660"/>
            <a:ext cx="12192000" cy="788504"/>
          </a:xfrm>
          <a:prstGeom prst="rect">
            <a:avLst/>
          </a:prstGeom>
          <a:solidFill>
            <a:srgbClr val="782F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white and black logo&#10;&#10;Description automatically generated">
            <a:extLst>
              <a:ext uri="{FF2B5EF4-FFF2-40B4-BE49-F238E27FC236}">
                <a16:creationId xmlns:a16="http://schemas.microsoft.com/office/drawing/2014/main" id="{ABCF6967-A3D4-486F-A58A-CFE6758C4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528" y="1773556"/>
            <a:ext cx="5530550" cy="33108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E2EF77E-A856-553E-921D-A7E9ECF56EF3}"/>
              </a:ext>
            </a:extLst>
          </p:cNvPr>
          <p:cNvSpPr/>
          <p:nvPr userDrawn="1"/>
        </p:nvSpPr>
        <p:spPr>
          <a:xfrm>
            <a:off x="0" y="5990660"/>
            <a:ext cx="12192000" cy="788504"/>
          </a:xfrm>
          <a:prstGeom prst="rect">
            <a:avLst/>
          </a:prstGeom>
          <a:solidFill>
            <a:srgbClr val="782F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and black logo&#10;&#10;Description automatically generated">
            <a:extLst>
              <a:ext uri="{FF2B5EF4-FFF2-40B4-BE49-F238E27FC236}">
                <a16:creationId xmlns:a16="http://schemas.microsoft.com/office/drawing/2014/main" id="{7512E4C5-5044-FC97-40C9-AE116AB915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7528" y="1773556"/>
            <a:ext cx="5530550" cy="331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22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5E5D-A6B8-7280-3C84-941EE284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28" y="457200"/>
            <a:ext cx="3727175" cy="1600200"/>
          </a:xfrm>
        </p:spPr>
        <p:txBody>
          <a:bodyPr anchor="b"/>
          <a:lstStyle>
            <a:lvl1pPr>
              <a:defRPr sz="3200"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4B324-29A6-1346-2CCA-5AED893A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4635" y="987425"/>
            <a:ext cx="558075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5CA11-E3F7-7970-E3E0-7CBB86C5C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0928" y="2057400"/>
            <a:ext cx="37271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03E0D01-24A1-938A-6A36-B880B48F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CB524EC-A877-EA41-513C-B6694DCCA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2525920-2949-CEE4-C6A3-DD0CCC49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5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C035-173D-1A28-4302-A30DC549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28" y="457200"/>
            <a:ext cx="4194315" cy="1600200"/>
          </a:xfrm>
        </p:spPr>
        <p:txBody>
          <a:bodyPr anchor="b"/>
          <a:lstStyle>
            <a:lvl1pPr>
              <a:defRPr sz="3200"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A13B1-249F-BA56-9991-B1173C528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8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AF649-8599-5E42-FA45-83C5C358B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0928" y="2057400"/>
            <a:ext cx="419431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D2708AB-5CB6-BAEE-BB4C-5182FF5F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5CE851-7340-DA38-482D-A0416649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6BEF674-1B99-0ECA-8385-60A1BAE5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482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E42FB-1F6D-6D5C-2E34-1B81283D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9EAD7-C95D-2128-91CE-F6232BA95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A02788-B453-AE4D-5C0C-18D5CEB7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809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07C4B4DF-B447-754A-85DF-7B947093B7D3}" type="datetimeFigureOut">
              <a:rPr lang="en-US" smtClean="0"/>
              <a:pPr/>
              <a:t>2/5/2026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5AB77B6-81B8-51DB-094D-886DD821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0536" y="6430617"/>
            <a:ext cx="3727175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8C3F64D-F029-2D5C-FC0E-9D28F2D9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3328" y="6430617"/>
            <a:ext cx="2484783" cy="29085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6F306CAF-EBBB-B542-ACA9-45FD0095197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74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4928A0-9449-A57F-4EF1-FA1898EA7E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6DABC2-8826-87DF-CBBD-643FDFD8D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8" y="4536831"/>
            <a:ext cx="10144539" cy="1141902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47A978-36A7-168F-EE79-F4CDA3A95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38" y="5814062"/>
            <a:ext cx="10144539" cy="791891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CEB88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628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4928A0-9449-A57F-4EF1-FA1898EA7E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6DABC2-8826-87DF-CBBD-643FDFD8D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8" y="4536831"/>
            <a:ext cx="10144539" cy="1141902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47A978-36A7-168F-EE79-F4CDA3A95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138" y="5814062"/>
            <a:ext cx="10144539" cy="791891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CEB88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56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9DAA4-FB62-3379-E6A0-BBFDF4E7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929" y="365125"/>
            <a:ext cx="10257183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60248-33B5-3C00-FBC5-99C384C70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0929" y="1104900"/>
            <a:ext cx="10257183" cy="5072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C1A0C9-3A08-43FC-7C12-86A3DAAB03FC}"/>
              </a:ext>
            </a:extLst>
          </p:cNvPr>
          <p:cNvSpPr/>
          <p:nvPr/>
        </p:nvSpPr>
        <p:spPr>
          <a:xfrm>
            <a:off x="0" y="0"/>
            <a:ext cx="1033670" cy="6858000"/>
          </a:xfrm>
          <a:prstGeom prst="rect">
            <a:avLst/>
          </a:prstGeom>
          <a:solidFill>
            <a:srgbClr val="782F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white and black logo&#10;&#10;Description automatically generated">
            <a:extLst>
              <a:ext uri="{FF2B5EF4-FFF2-40B4-BE49-F238E27FC236}">
                <a16:creationId xmlns:a16="http://schemas.microsoft.com/office/drawing/2014/main" id="{24754A09-38A0-6814-A186-408090200A2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363" y="6250677"/>
            <a:ext cx="962943" cy="5764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817B5C-848C-EEF1-5255-817A149676AF}"/>
              </a:ext>
            </a:extLst>
          </p:cNvPr>
          <p:cNvSpPr/>
          <p:nvPr userDrawn="1"/>
        </p:nvSpPr>
        <p:spPr>
          <a:xfrm>
            <a:off x="0" y="0"/>
            <a:ext cx="1033670" cy="6858000"/>
          </a:xfrm>
          <a:prstGeom prst="rect">
            <a:avLst/>
          </a:prstGeom>
          <a:solidFill>
            <a:srgbClr val="782F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and black logo&#10;&#10;Description automatically generated">
            <a:extLst>
              <a:ext uri="{FF2B5EF4-FFF2-40B4-BE49-F238E27FC236}">
                <a16:creationId xmlns:a16="http://schemas.microsoft.com/office/drawing/2014/main" id="{82A393F0-6017-D783-4C77-6B8947944E1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5363" y="6250677"/>
            <a:ext cx="962943" cy="5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Open Sans SemiBold" panose="020B0706030804020204" pitchFamily="34" charset="0"/>
          <a:ea typeface="Open Sans SemiBold" panose="020B0706030804020204" pitchFamily="34" charset="0"/>
          <a:cs typeface="Open Sans SemiBold" panose="020B07060308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agotla/dc-qc-sci-pyth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forms.gle/tmWzTRKfyRjtV2xv5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44A8-B166-3E1D-047A-6DC9A6F485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Scientific Python for Engineers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A2C13-8566-34BA-536E-E345CDB51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EB888"/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Dilip Kalagotla and Elijah LaLonde</a:t>
            </a:r>
          </a:p>
          <a:p>
            <a:r>
              <a:rPr lang="en-US" dirty="0">
                <a:solidFill>
                  <a:srgbClr val="CEB888"/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Postdoctoral Scholars, FSU-FCAAP</a:t>
            </a:r>
          </a:p>
          <a:p>
            <a:r>
              <a:rPr lang="en-US" sz="1800" dirty="0">
                <a:solidFill>
                  <a:srgbClr val="CEB888"/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Feb 6, 2026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D74676-4373-60A8-F929-C0708998F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206" y="200025"/>
            <a:ext cx="6097587" cy="26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C920C5-0DBF-9C33-B4A4-7A72834873DE}"/>
              </a:ext>
            </a:extLst>
          </p:cNvPr>
          <p:cNvSpPr txBox="1"/>
          <p:nvPr/>
        </p:nvSpPr>
        <p:spPr>
          <a:xfrm>
            <a:off x="3095149" y="5781472"/>
            <a:ext cx="70022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hlinkClick r:id="rId3"/>
              </a:rPr>
              <a:t>https://github.com/kalagotla/dc-qc-sci-python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327247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2096-292E-9945-9A17-EE475391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964D-C867-1D4E-8B20-0DFB75B1ED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Download and Installation</a:t>
            </a:r>
          </a:p>
          <a:p>
            <a:r>
              <a:rPr lang="en-US" dirty="0"/>
              <a:t>Integrated Development Environments (IDEs)</a:t>
            </a:r>
          </a:p>
          <a:p>
            <a:r>
              <a:rPr lang="en-US" dirty="0"/>
              <a:t>Scientific Python Cheat 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5B01C-C506-B244-A63D-7FEEF00C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2</a:t>
            </a:fld>
            <a:endParaRPr lang="en-US"/>
          </a:p>
        </p:txBody>
      </p:sp>
      <p:pic>
        <p:nvPicPr>
          <p:cNvPr id="8202" name="Picture 10" descr="Fancy Dinner Table Clipart - Table Of Contents Cartoon, HD Png Download ,  Transparent Png Image - PNGitem">
            <a:extLst>
              <a:ext uri="{FF2B5EF4-FFF2-40B4-BE49-F238E27FC236}">
                <a16:creationId xmlns:a16="http://schemas.microsoft.com/office/drawing/2014/main" id="{07478478-920C-524A-A587-E7F6486130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691" y="1234440"/>
            <a:ext cx="4320041" cy="492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68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6E76937-06B9-EFB2-8DF4-0B943E13AF3B}"/>
              </a:ext>
            </a:extLst>
          </p:cNvPr>
          <p:cNvSpPr txBox="1"/>
          <p:nvPr/>
        </p:nvSpPr>
        <p:spPr>
          <a:xfrm>
            <a:off x="2205790" y="5848350"/>
            <a:ext cx="849437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Credit: Gemini Nano Banana “Pro”. Thanks to Python for making this possible.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2036D-79D2-E2C5-8678-389FA957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79" y="456168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06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247A-D435-FC41-BF3F-73AAB7A5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Download and 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74B4-BC81-164F-92AA-D2105CAED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0928" y="1143000"/>
            <a:ext cx="5485022" cy="5033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Download anaconda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r>
              <a:rPr lang="en-US" b="1" dirty="0"/>
              <a:t>Run setup and install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Gives you all the required packages</a:t>
            </a:r>
          </a:p>
          <a:p>
            <a:pPr lvl="1"/>
            <a:r>
              <a:rPr lang="en-US" dirty="0"/>
              <a:t>No extra setup</a:t>
            </a:r>
          </a:p>
          <a:p>
            <a:pPr lvl="1"/>
            <a:r>
              <a:rPr lang="en-US" dirty="0"/>
              <a:t>Integrated Development </a:t>
            </a:r>
            <a:r>
              <a:rPr lang="en-US" dirty="0" err="1"/>
              <a:t>Envs</a:t>
            </a:r>
            <a:r>
              <a:rPr lang="en-US" dirty="0"/>
              <a:t> (IDE)</a:t>
            </a:r>
          </a:p>
          <a:p>
            <a:pPr lvl="2"/>
            <a:r>
              <a:rPr lang="en-US" dirty="0"/>
              <a:t>IDLE (L for learning)</a:t>
            </a:r>
          </a:p>
          <a:p>
            <a:pPr lvl="2"/>
            <a:r>
              <a:rPr lang="en-US" dirty="0" err="1"/>
              <a:t>Jupyter</a:t>
            </a:r>
            <a:r>
              <a:rPr lang="en-US" dirty="0"/>
              <a:t> Notebook (web-based)</a:t>
            </a:r>
          </a:p>
          <a:p>
            <a:pPr lvl="2"/>
            <a:r>
              <a:rPr lang="en-US" dirty="0" err="1"/>
              <a:t>Jupyter</a:t>
            </a:r>
            <a:r>
              <a:rPr lang="en-US" dirty="0"/>
              <a:t> Lab (Based on Notebook more of an IDE-experience)</a:t>
            </a:r>
          </a:p>
          <a:p>
            <a:pPr lvl="2"/>
            <a:r>
              <a:rPr lang="en-US" dirty="0"/>
              <a:t>Spyder (Only python IDE)</a:t>
            </a:r>
          </a:p>
          <a:p>
            <a:pPr lvl="1"/>
            <a:r>
              <a:rPr lang="en-US" dirty="0"/>
              <a:t>And many more</a:t>
            </a:r>
          </a:p>
          <a:p>
            <a:pPr lvl="2"/>
            <a:r>
              <a:rPr lang="en-US" dirty="0"/>
              <a:t>Environment management</a:t>
            </a:r>
          </a:p>
          <a:p>
            <a:pPr lvl="2"/>
            <a:r>
              <a:rPr lang="en-US" dirty="0"/>
              <a:t>Tutorials</a:t>
            </a:r>
          </a:p>
          <a:p>
            <a:pPr lvl="2"/>
            <a:r>
              <a:rPr lang="en-US" dirty="0"/>
              <a:t>Community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4041D-C242-DA4A-8EB3-BFD1DDB3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4</a:t>
            </a:fld>
            <a:endParaRPr lang="en-US"/>
          </a:p>
        </p:txBody>
      </p:sp>
      <p:pic>
        <p:nvPicPr>
          <p:cNvPr id="2050" name="Picture 2" descr="Anaconda Picture Vector Images (65)">
            <a:extLst>
              <a:ext uri="{FF2B5EF4-FFF2-40B4-BE49-F238E27FC236}">
                <a16:creationId xmlns:a16="http://schemas.microsoft.com/office/drawing/2014/main" id="{256F883B-CB3E-F149-898B-DD5E244C141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169" y="2135916"/>
            <a:ext cx="30226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06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A81D-9A05-F644-9565-B4CBD900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Integrated Development Learning Environment (IDLE)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4C783-BE62-F240-BB7C-DDB7E90F5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0928" y="1143000"/>
            <a:ext cx="5510422" cy="5033963"/>
          </a:xfrm>
        </p:spPr>
        <p:txBody>
          <a:bodyPr>
            <a:normAutofit/>
          </a:bodyPr>
          <a:lstStyle/>
          <a:p>
            <a:r>
              <a:rPr lang="en-US" dirty="0"/>
              <a:t>Good for initial learning</a:t>
            </a:r>
          </a:p>
          <a:p>
            <a:r>
              <a:rPr lang="en-US" dirty="0"/>
              <a:t>You are doing most of the work</a:t>
            </a:r>
          </a:p>
          <a:p>
            <a:r>
              <a:rPr lang="en-US" dirty="0"/>
              <a:t>It has been packaged with python since ver. 1</a:t>
            </a:r>
          </a:p>
          <a:p>
            <a:r>
              <a:rPr lang="en-US" dirty="0"/>
              <a:t>Integrated Debugger</a:t>
            </a:r>
          </a:p>
          <a:p>
            <a:r>
              <a:rPr lang="en-US" b="1" dirty="0"/>
              <a:t>Aged badly!</a:t>
            </a:r>
          </a:p>
          <a:p>
            <a:r>
              <a:rPr lang="en-US" dirty="0"/>
              <a:t>Basis for all the new IDEs</a:t>
            </a:r>
          </a:p>
          <a:p>
            <a:r>
              <a:rPr lang="en-US" dirty="0"/>
              <a:t>It’s slow as it is written in </a:t>
            </a:r>
            <a:r>
              <a:rPr lang="en-US" dirty="0" err="1"/>
              <a:t>Pyhton</a:t>
            </a:r>
            <a:endParaRPr lang="en-US" dirty="0"/>
          </a:p>
          <a:p>
            <a:r>
              <a:rPr lang="en-US" dirty="0"/>
              <a:t>Hello world! (It’s a time-honored tradition)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9C1FA-E62D-1940-A484-F0336BA3A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FFD179-EA83-5E4D-A934-0B9F095BD64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931" y="2345358"/>
            <a:ext cx="25908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71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1A431-4EE6-7B42-8E02-C8200D4B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Jupyter</a:t>
            </a:r>
            <a:r>
              <a:rPr lang="en-US" dirty="0"/>
              <a:t> Qt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F033C-0F1D-6E48-8FAD-67FCC6E91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5241" y="1172219"/>
            <a:ext cx="8146093" cy="4937078"/>
          </a:xfrm>
        </p:spPr>
        <p:txBody>
          <a:bodyPr/>
          <a:lstStyle/>
          <a:p>
            <a:r>
              <a:rPr lang="en-US" dirty="0"/>
              <a:t>Qt-based (graphics) console</a:t>
            </a:r>
          </a:p>
          <a:p>
            <a:r>
              <a:rPr lang="en-US" dirty="0"/>
              <a:t>Features some enhancements over IDLE</a:t>
            </a:r>
          </a:p>
          <a:p>
            <a:pPr lvl="1"/>
            <a:r>
              <a:rPr lang="en-US" dirty="0"/>
              <a:t>Inline figures, multi-line editing with syntax highlighting</a:t>
            </a:r>
          </a:p>
          <a:p>
            <a:r>
              <a:rPr lang="en-US" dirty="0"/>
              <a:t>Multiple kernels can be easily opened for multi-tasking</a:t>
            </a:r>
          </a:p>
          <a:p>
            <a:r>
              <a:rPr lang="en-US" dirty="0"/>
              <a:t>Can connect to </a:t>
            </a:r>
            <a:r>
              <a:rPr lang="en-US" dirty="0" err="1"/>
              <a:t>Jupyter</a:t>
            </a:r>
            <a:r>
              <a:rPr lang="en-US" dirty="0"/>
              <a:t> notebook to work parallel</a:t>
            </a:r>
          </a:p>
          <a:p>
            <a:r>
              <a:rPr lang="en-US" dirty="0"/>
              <a:t>Hello world!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0BF0D-48D8-9D4F-813D-E6201690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14E276-457C-154D-B3C0-3D9EE99F1E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253328" y="2824139"/>
            <a:ext cx="1358900" cy="12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4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1FA3-5822-7948-B0DC-19DB38D37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Jupyter</a:t>
            </a:r>
            <a:r>
              <a:rPr lang="en-US" dirty="0"/>
              <a:t> Notebook and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BEFB1-7E64-E244-B1A7-C6516E81FE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Web based interface</a:t>
            </a:r>
          </a:p>
          <a:p>
            <a:r>
              <a:rPr lang="en-US" dirty="0"/>
              <a:t>Multiple language environment with support for more languages using add-ons</a:t>
            </a:r>
          </a:p>
          <a:p>
            <a:r>
              <a:rPr lang="en-US" dirty="0"/>
              <a:t>Rich text formatting</a:t>
            </a:r>
          </a:p>
          <a:p>
            <a:r>
              <a:rPr lang="en-US" dirty="0"/>
              <a:t>Creates .</a:t>
            </a:r>
            <a:r>
              <a:rPr lang="en-US" dirty="0" err="1"/>
              <a:t>ipynb</a:t>
            </a:r>
            <a:r>
              <a:rPr lang="en-US" dirty="0"/>
              <a:t> files</a:t>
            </a:r>
          </a:p>
          <a:p>
            <a:r>
              <a:rPr lang="en-US" dirty="0"/>
              <a:t>Can be exported to .pdf, .</a:t>
            </a:r>
            <a:r>
              <a:rPr lang="en-US" dirty="0" err="1"/>
              <a:t>py</a:t>
            </a:r>
            <a:r>
              <a:rPr lang="en-US" dirty="0"/>
              <a:t>, html, LaTeX formats and the list is not exhaustive</a:t>
            </a:r>
          </a:p>
          <a:p>
            <a:r>
              <a:rPr lang="en-US" dirty="0"/>
              <a:t>Lab – is based on Notebook but provides more IDE-like functionality</a:t>
            </a:r>
          </a:p>
          <a:p>
            <a:r>
              <a:rPr lang="en-US" dirty="0"/>
              <a:t>Hello world!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B9EBE-0FF0-6842-A7F0-427F2254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7</a:t>
            </a:fld>
            <a:endParaRPr lang="en-US"/>
          </a:p>
        </p:txBody>
      </p:sp>
      <p:pic>
        <p:nvPicPr>
          <p:cNvPr id="5122" name="Picture 2" descr="Project Jupyter - Wikipedia">
            <a:extLst>
              <a:ext uri="{FF2B5EF4-FFF2-40B4-BE49-F238E27FC236}">
                <a16:creationId xmlns:a16="http://schemas.microsoft.com/office/drawing/2014/main" id="{8FE574E1-A39C-0940-97DA-20B718F3989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90" y="1179339"/>
            <a:ext cx="4246876" cy="492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269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51CD-3B17-A94D-A2BB-7F9F77C7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Spyder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9515-1689-FD4E-AD8E-6B2F41BBC6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python-based IDE</a:t>
            </a:r>
          </a:p>
          <a:p>
            <a:r>
              <a:rPr lang="en-US" dirty="0"/>
              <a:t>A highly recommended tool for scientific computing</a:t>
            </a:r>
          </a:p>
          <a:p>
            <a:r>
              <a:rPr lang="en-US" dirty="0"/>
              <a:t>Features</a:t>
            </a:r>
          </a:p>
          <a:p>
            <a:pPr lvl="1"/>
            <a:r>
              <a:rPr lang="en-US" dirty="0"/>
              <a:t>Syntax highlighting, introspection, code completion</a:t>
            </a:r>
          </a:p>
          <a:p>
            <a:pPr lvl="1"/>
            <a:r>
              <a:rPr lang="en-US" dirty="0" err="1"/>
              <a:t>Ipdb</a:t>
            </a:r>
            <a:r>
              <a:rPr lang="en-US" dirty="0"/>
              <a:t> debugger is linked</a:t>
            </a:r>
          </a:p>
          <a:p>
            <a:pPr lvl="1"/>
            <a:r>
              <a:rPr lang="en-US" dirty="0"/>
              <a:t>Good for building projects</a:t>
            </a:r>
          </a:p>
          <a:p>
            <a:pPr lvl="1"/>
            <a:r>
              <a:rPr lang="en-US" dirty="0" err="1"/>
              <a:t>Matlab</a:t>
            </a:r>
            <a:r>
              <a:rPr lang="en-US" dirty="0"/>
              <a:t> users recognize this interface easily</a:t>
            </a:r>
          </a:p>
          <a:p>
            <a:r>
              <a:rPr lang="en-US" dirty="0"/>
              <a:t>Hello world!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1F7DD-3B2B-A945-987D-4BB2EA85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8</a:t>
            </a:fld>
            <a:endParaRPr lang="en-US"/>
          </a:p>
        </p:txBody>
      </p:sp>
      <p:pic>
        <p:nvPicPr>
          <p:cNvPr id="6146" name="Picture 2" descr="Spyder (software) - Wikipedia">
            <a:extLst>
              <a:ext uri="{FF2B5EF4-FFF2-40B4-BE49-F238E27FC236}">
                <a16:creationId xmlns:a16="http://schemas.microsoft.com/office/drawing/2014/main" id="{2909E0FF-8F7F-AA40-8B09-6E8C7A8273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520" y="850900"/>
            <a:ext cx="4922838" cy="492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4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77E2-EEE8-F949-A1FC-FE31A048A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Scientific Python Cheat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E49DB-0BBC-9F40-B8F5-A59914B971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Python is fast</a:t>
            </a:r>
          </a:p>
          <a:p>
            <a:pPr lvl="1"/>
            <a:r>
              <a:rPr lang="en-US" dirty="0"/>
              <a:t>for writing, testing, and developing</a:t>
            </a:r>
          </a:p>
          <a:p>
            <a:pPr lvl="1"/>
            <a:r>
              <a:rPr lang="en-US" dirty="0"/>
              <a:t>because it is easily interpreted, dynamically typed, and high-level</a:t>
            </a:r>
          </a:p>
          <a:p>
            <a:r>
              <a:rPr lang="en-US" dirty="0"/>
              <a:t>Python is slow</a:t>
            </a:r>
          </a:p>
          <a:p>
            <a:pPr lvl="1"/>
            <a:r>
              <a:rPr lang="en-US" dirty="0"/>
              <a:t>for repeated execution of low-level tasks</a:t>
            </a:r>
          </a:p>
          <a:p>
            <a:r>
              <a:rPr lang="en-US" b="1" dirty="0">
                <a:solidFill>
                  <a:srgbClr val="FF0000"/>
                </a:solidFill>
              </a:rPr>
              <a:t>Python Cheat Sheet Notebook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14922-94BA-0942-91C3-06AC4B60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9</a:t>
            </a:fld>
            <a:endParaRPr lang="en-US"/>
          </a:p>
        </p:txBody>
      </p:sp>
      <p:pic>
        <p:nvPicPr>
          <p:cNvPr id="7170" name="Picture 2" descr="Between Java and Python, which one is better to learn first and why? - Quora">
            <a:extLst>
              <a:ext uri="{FF2B5EF4-FFF2-40B4-BE49-F238E27FC236}">
                <a16:creationId xmlns:a16="http://schemas.microsoft.com/office/drawing/2014/main" id="{64DA2EAE-BC62-5143-A930-A081545482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8232" y="1747368"/>
            <a:ext cx="5384800" cy="336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93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C601-BE0A-FA41-B149-5C0FD02C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Workshop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90409-97ED-784D-BAF9-49EEFD2D3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0927" y="1143000"/>
            <a:ext cx="5689893" cy="5033963"/>
          </a:xfrm>
        </p:spPr>
        <p:txBody>
          <a:bodyPr/>
          <a:lstStyle/>
          <a:p>
            <a:r>
              <a:rPr lang="en-US" dirty="0"/>
              <a:t>Hour 1: Python Cheat sheet and Basics</a:t>
            </a:r>
          </a:p>
          <a:p>
            <a:r>
              <a:rPr lang="en-US" b="1" dirty="0">
                <a:solidFill>
                  <a:srgbClr val="FF0000"/>
                </a:solidFill>
              </a:rPr>
              <a:t>Break</a:t>
            </a:r>
          </a:p>
          <a:p>
            <a:r>
              <a:rPr lang="en-US" dirty="0"/>
              <a:t>Hour 2: Scientific Python and Visualization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Break</a:t>
            </a:r>
            <a:endParaRPr lang="en-US" dirty="0"/>
          </a:p>
          <a:p>
            <a:r>
              <a:rPr lang="en-US" dirty="0"/>
              <a:t>Hour 3: Working with Deep Neural Networks (DNNs)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97DEB-B06B-0D48-9377-DA175AA4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EB9D3-85CE-4810-983C-E2CC272CAE28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hahahahahaha so funny ‪#‎engineering‬ ‪#‎Help‬ ‪#‎student‬ ‪#‎study‬ ‪#‎ assignment‬ ‪#‎work‬ | Fun quotes funny, Funny quotes, Math quotes">
            <a:extLst>
              <a:ext uri="{FF2B5EF4-FFF2-40B4-BE49-F238E27FC236}">
                <a16:creationId xmlns:a16="http://schemas.microsoft.com/office/drawing/2014/main" id="{F41DDF36-F0E9-064A-BA95-DBFCCDBC935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8"/>
          <a:stretch/>
        </p:blipFill>
        <p:spPr bwMode="auto">
          <a:xfrm>
            <a:off x="7265921" y="1869015"/>
            <a:ext cx="4410150" cy="311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245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C133-06C0-1E2B-783A-14F1D3DA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1FFEA-9D8E-CDAB-D41B-65E714548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5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1D19D-DCD0-44F7-668D-A4734F9D9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8016" y="5125395"/>
            <a:ext cx="2514315" cy="63530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Google Form: </a:t>
            </a:r>
            <a:r>
              <a:rPr lang="en-US" dirty="0">
                <a:hlinkClick r:id="rId2"/>
              </a:rPr>
              <a:t>https://forms.gle/tmWzTRKfyRjtV2xv5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E7DE8-A809-45D3-93BA-4F35825AF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390" y="1732605"/>
            <a:ext cx="2794942" cy="33927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51DFB48-F37D-3CB0-0B10-42128E4208B7}"/>
              </a:ext>
            </a:extLst>
          </p:cNvPr>
          <p:cNvSpPr txBox="1">
            <a:spLocks/>
          </p:cNvSpPr>
          <p:nvPr/>
        </p:nvSpPr>
        <p:spPr>
          <a:xfrm>
            <a:off x="1590939" y="90151"/>
            <a:ext cx="10144539" cy="1141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  <a:t>Machine Learning for Fluids Research</a:t>
            </a:r>
            <a:br>
              <a:rPr lang="en-US" dirty="0">
                <a:latin typeface="Open Sans SemiBold" panose="020F0502020204030204" pitchFamily="34" charset="0"/>
                <a:ea typeface="Open Sans SemiBold" panose="020F0502020204030204" pitchFamily="34" charset="0"/>
                <a:cs typeface="Open Sans SemiBold" panose="020F0502020204030204" pitchFamily="34" charset="0"/>
              </a:rPr>
            </a:br>
            <a:r>
              <a:rPr lang="en-US" sz="2500" dirty="0">
                <a:solidFill>
                  <a:srgbClr val="CEB888"/>
                </a:solidFill>
              </a:rPr>
              <a:t>A hands-on training series &amp; AIAA Fluids ML Challenge</a:t>
            </a:r>
            <a:endParaRPr lang="en-US" sz="2500" dirty="0">
              <a:solidFill>
                <a:srgbClr val="CEB888"/>
              </a:solidFill>
              <a:latin typeface="Open Sans SemiBold" panose="020F0502020204030204" pitchFamily="34" charset="0"/>
              <a:ea typeface="Open Sans SemiBold" panose="020F0502020204030204" pitchFamily="34" charset="0"/>
              <a:cs typeface="Open Sans SemiBold" panose="020F050202020403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A68427F-6795-495C-42D5-BF08BD8B4504}"/>
              </a:ext>
            </a:extLst>
          </p:cNvPr>
          <p:cNvSpPr txBox="1">
            <a:spLocks/>
          </p:cNvSpPr>
          <p:nvPr/>
        </p:nvSpPr>
        <p:spPr>
          <a:xfrm>
            <a:off x="1480928" y="5477412"/>
            <a:ext cx="10144539" cy="95558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Organizer</a:t>
            </a:r>
          </a:p>
          <a:p>
            <a:r>
              <a:rPr lang="en-US" dirty="0"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Dilip Kalagotla</a:t>
            </a:r>
          </a:p>
          <a:p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Postdoctoral Scholar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C47408-E14E-AA3A-715F-563E3A53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939" y="2453425"/>
            <a:ext cx="7579359" cy="157457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informal, hands-on ML training series where we hang out, learn core machine-learning concepts, and explore architectures that can directly support your research. We’ll also work toward the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AIAA Fluids ML Challenge</a:t>
            </a:r>
            <a:r>
              <a:rPr lang="en-US" sz="2000" b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unique opportunity to gain exposure within the AIAA ML community.</a:t>
            </a:r>
          </a:p>
        </p:txBody>
      </p:sp>
    </p:spTree>
    <p:extLst>
      <p:ext uri="{BB962C8B-B14F-4D97-AF65-F5344CB8AC3E}">
        <p14:creationId xmlns:p14="http://schemas.microsoft.com/office/powerpoint/2010/main" val="68147386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FSU">
      <a:dk1>
        <a:srgbClr val="000000"/>
      </a:dk1>
      <a:lt1>
        <a:srgbClr val="FFFFFF"/>
      </a:lt1>
      <a:dk2>
        <a:srgbClr val="782F40"/>
      </a:dk2>
      <a:lt2>
        <a:srgbClr val="E7E6E6"/>
      </a:lt2>
      <a:accent1>
        <a:srgbClr val="782F40"/>
      </a:accent1>
      <a:accent2>
        <a:srgbClr val="CEB888"/>
      </a:accent2>
      <a:accent3>
        <a:srgbClr val="415563"/>
      </a:accent3>
      <a:accent4>
        <a:srgbClr val="5BB8B2"/>
      </a:accent4>
      <a:accent5>
        <a:srgbClr val="FFC72C"/>
      </a:accent5>
      <a:accent6>
        <a:srgbClr val="A6192E"/>
      </a:accent6>
      <a:hlink>
        <a:srgbClr val="782F40"/>
      </a:hlink>
      <a:folHlink>
        <a:srgbClr val="000000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SU_Presentation_Simple" id="{A1C82680-CF57-4227-A26D-B1A0BE97FD6E}" vid="{EEB0B826-D1C9-4037-98AD-6C837C36D4C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BC055646C9834786D5D1D07B672473" ma:contentTypeVersion="4" ma:contentTypeDescription="Create a new document." ma:contentTypeScope="" ma:versionID="522017b4c5402070f2e0eabba8dc28f6">
  <xsd:schema xmlns:xsd="http://www.w3.org/2001/XMLSchema" xmlns:xs="http://www.w3.org/2001/XMLSchema" xmlns:p="http://schemas.microsoft.com/office/2006/metadata/properties" xmlns:ns2="b79a929a-3d7c-4dba-8a00-4b3dbe931dd1" targetNamespace="http://schemas.microsoft.com/office/2006/metadata/properties" ma:root="true" ma:fieldsID="519d4e80918d33f5ff7fbfe56aa091a4" ns2:_="">
    <xsd:import namespace="b79a929a-3d7c-4dba-8a00-4b3dbe931d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a929a-3d7c-4dba-8a00-4b3dbe931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1763E5-32A4-4DAE-84CA-A5673E4017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9a929a-3d7c-4dba-8a00-4b3dbe931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3DA2B7-AFC9-4922-AB39-D1CF35CA49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29BE45-B160-4729-9796-DCDAC4D248FD}">
  <ds:schemaRefs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b79a929a-3d7c-4dba-8a00-4b3dbe931dd1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36450eb-db06-42a7-8d1b-026719f701e3}" enabled="0" method="" siteId="{a36450eb-db06-42a7-8d1b-026719f701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FSU_Presentation_Simple</Template>
  <TotalTime>1627</TotalTime>
  <Words>467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Open Sans</vt:lpstr>
      <vt:lpstr>Open Sans Light</vt:lpstr>
      <vt:lpstr>Open Sans SemiBold</vt:lpstr>
      <vt:lpstr>Theme1</vt:lpstr>
      <vt:lpstr>Scientific Python for Engineers</vt:lpstr>
      <vt:lpstr>Table of Contents</vt:lpstr>
      <vt:lpstr>PowerPoint Presentation</vt:lpstr>
      <vt:lpstr>Download and installation</vt:lpstr>
      <vt:lpstr>Integrated Development Learning Environment (IDLE)</vt:lpstr>
      <vt:lpstr>Jupyter Qt Console</vt:lpstr>
      <vt:lpstr>Jupyter Notebook and Lab</vt:lpstr>
      <vt:lpstr>Spyder</vt:lpstr>
      <vt:lpstr>Scientific Python Cheat Sheet</vt:lpstr>
      <vt:lpstr>Workshop Structure</vt:lpstr>
      <vt:lpstr>Thank you!</vt:lpstr>
      <vt:lpstr>An informal, hands-on ML training series where we hang out, learn core machine-learning concepts, and explore architectures that can directly support your research. We’ll also work toward the AIAA Fluids ML Challenge, a unique opportunity to gain exposure within the AIAA ML community.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Dilip Kalagotla</dc:creator>
  <cp:lastModifiedBy>Dilip Kalagotla</cp:lastModifiedBy>
  <cp:revision>1</cp:revision>
  <dcterms:created xsi:type="dcterms:W3CDTF">2026-02-04T15:23:25Z</dcterms:created>
  <dcterms:modified xsi:type="dcterms:W3CDTF">2026-02-06T17:05:39Z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0x010100E4BC055646C9834786D5D1D07B672473</vt:lpwstr>
  </property>
  <property fmtid="{D5CDD505-2E9C-101B-9397-08002B2CF9AE}" pid="3" name="MediaServiceImageTags">
    <vt:lpwstr/>
  </property>
</Properties>
</file>